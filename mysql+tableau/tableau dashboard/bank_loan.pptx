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7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UMMARY">
            <a:extLst>
              <a:ext uri="{FF2B5EF4-FFF2-40B4-BE49-F238E27FC236}">
                <a16:creationId xmlns:a16="http://schemas.microsoft.com/office/drawing/2014/main" id="{D1A9863D-D58A-4882-B842-E7ABEE831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94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OVERVIEW">
            <a:extLst>
              <a:ext uri="{FF2B5EF4-FFF2-40B4-BE49-F238E27FC236}">
                <a16:creationId xmlns:a16="http://schemas.microsoft.com/office/drawing/2014/main" id="{B6F3F374-ABE8-4DDE-AD1E-2C328863B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96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ETAILS">
            <a:extLst>
              <a:ext uri="{FF2B5EF4-FFF2-40B4-BE49-F238E27FC236}">
                <a16:creationId xmlns:a16="http://schemas.microsoft.com/office/drawing/2014/main" id="{D2E30A10-8A04-4898-A36F-25A4B5B75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06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Meihui Wu</cp:lastModifiedBy>
  <cp:revision>1</cp:revision>
  <dcterms:created xsi:type="dcterms:W3CDTF">2025-01-14T02:27:39Z</dcterms:created>
  <dcterms:modified xsi:type="dcterms:W3CDTF">2025-01-14T02:33:17Z</dcterms:modified>
</cp:coreProperties>
</file>